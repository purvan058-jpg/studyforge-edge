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STUDYFORGE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t>Private On-Device AI Study Copilot</a:t>
            </a:r>
          </a:p>
          <a:p>
            <a:pPr algn="ctr">
              <a:defRPr sz="1600"/>
            </a:pPr>
            <a:r>
              <a:t>Designed for Snapdragon-powered Windows PCs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Students repeatedly move lecture notes into cloud AI tools.</a:t>
            </a:r>
          </a:p>
          <a:p>
            <a:pPr>
              <a:spcAft>
                <a:spcPts val="1200"/>
              </a:spcAft>
              <a:defRPr sz="2000"/>
            </a:pPr>
            <a:r>
              <a:t>Study workflows are fragmented: summarize → practice → revise.</a:t>
            </a:r>
          </a:p>
          <a:p>
            <a:pPr>
              <a:spcAft>
                <a:spcPts val="1200"/>
              </a:spcAft>
              <a:defRPr sz="2000"/>
            </a:pPr>
            <a:r>
              <a:t>Cloud dependence raises privacy and connectivity concerns.</a:t>
            </a:r>
          </a:p>
          <a:p>
            <a:pPr>
              <a:spcAft>
                <a:spcPts val="1200"/>
              </a:spcAft>
              <a:defRPr sz="2000"/>
            </a:pPr>
            <a:r>
              <a:t>Opportunity: make the study workflow local, fast and repeatable.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StudyForge Edge turns one lecture PDF into a complete study workflow.</a:t>
            </a:r>
          </a:p>
          <a:p>
            <a:pPr>
              <a:spcAft>
                <a:spcPts val="1200"/>
              </a:spcAft>
              <a:defRPr sz="2000"/>
            </a:pPr>
            <a:r>
              <a:t>Exam-focused summary with key definitions and formulas.</a:t>
            </a:r>
          </a:p>
          <a:p>
            <a:pPr>
              <a:spcAft>
                <a:spcPts val="1200"/>
              </a:spcAft>
              <a:defRPr sz="2000"/>
            </a:pPr>
            <a:r>
              <a:t>Practice quiz with answers and explanations.</a:t>
            </a:r>
          </a:p>
          <a:p>
            <a:pPr>
              <a:spcAft>
                <a:spcPts val="1200"/>
              </a:spcAft>
              <a:defRPr sz="2000"/>
            </a:pPr>
            <a:r>
              <a:t>3-day revision plan and grounded Q&amp;A.</a:t>
            </a:r>
          </a:p>
          <a:p>
            <a:pPr>
              <a:spcAft>
                <a:spcPts val="1200"/>
              </a:spcAft>
              <a:defRPr sz="2000"/>
            </a:pPr>
            <a:r>
              <a:t>Core generation is designed to stay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 — Why Snapdragon?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Qualcomm AI Hub provides optimized AI models for Snapdragon compute.</a:t>
            </a:r>
          </a:p>
          <a:p>
            <a:pPr>
              <a:spcAft>
                <a:spcPts val="1200"/>
              </a:spcAft>
              <a:defRPr sz="2000"/>
            </a:pPr>
            <a:r>
              <a:t>GenieX provides a local inference layer and OpenAI-compatible local API.</a:t>
            </a:r>
          </a:p>
          <a:p>
            <a:pPr>
              <a:spcAft>
                <a:spcPts val="1200"/>
              </a:spcAft>
              <a:defRPr sz="2000"/>
            </a:pPr>
            <a:r>
              <a:t>Target architecture: Snapdragon X-series NPU + local AI model.</a:t>
            </a:r>
          </a:p>
          <a:p>
            <a:pPr>
              <a:spcAft>
                <a:spcPts val="1200"/>
              </a:spcAft>
              <a:defRPr sz="2000"/>
            </a:pPr>
            <a:r>
              <a:t>Privacy-first by design: study material does not need to leave the PC.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Student → Streamlit UI → PDF extraction → local GenieX API → Snapdragon NPU → study outputs.</a:t>
            </a:r>
          </a:p>
          <a:p>
            <a:pPr>
              <a:spcAft>
                <a:spcPts val="1200"/>
              </a:spcAft>
              <a:defRPr sz="2000"/>
            </a:pPr>
            <a:r>
              <a:t>Recommended MVP model: Qwen3-4B-Instruct-2507.</a:t>
            </a:r>
          </a:p>
          <a:p>
            <a:pPr>
              <a:spcAft>
                <a:spcPts val="1200"/>
              </a:spcAft>
              <a:defRPr sz="2000"/>
            </a:pPr>
            <a:r>
              <a:t>Optional next stage: add a vision-language model for diagrams and a Whisper model for voice input.</a:t>
            </a:r>
          </a:p>
          <a:p>
            <a:pPr>
              <a:spcAft>
                <a:spcPts val="1200"/>
              </a:spcAft>
              <a:defRPr sz="2000"/>
            </a:pPr>
            <a:r>
              <a:t>Every AI request is grounded in the uploaded study material.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 — What Makes It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Not a generic chatbot: it is a structured study workflow.</a:t>
            </a:r>
          </a:p>
          <a:p>
            <a:pPr>
              <a:spcAft>
                <a:spcPts val="1200"/>
              </a:spcAft>
              <a:defRPr sz="2000"/>
            </a:pPr>
            <a:r>
              <a:t>One source → four outputs: Understand, Practice, Revise, Ask.</a:t>
            </a:r>
          </a:p>
          <a:p>
            <a:pPr>
              <a:spcAft>
                <a:spcPts val="1200"/>
              </a:spcAft>
              <a:defRPr sz="2000"/>
            </a:pPr>
            <a:r>
              <a:t>Local-first architecture makes privacy a visible product feature.</a:t>
            </a:r>
          </a:p>
          <a:p>
            <a:pPr>
              <a:spcAft>
                <a:spcPts val="1200"/>
              </a:spcAft>
              <a:defRPr sz="2000"/>
            </a:pPr>
            <a:r>
              <a:t>Designed around a repeatable student problem with a simple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 — Live Demo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Upload a lecture PDF.</a:t>
            </a:r>
          </a:p>
          <a:p>
            <a:pPr>
              <a:spcAft>
                <a:spcPts val="1200"/>
              </a:spcAft>
              <a:defRPr sz="2000"/>
            </a:pPr>
            <a:r>
              <a:t>2. Generate the exam-focused summary.</a:t>
            </a:r>
          </a:p>
          <a:p>
            <a:pPr>
              <a:spcAft>
                <a:spcPts val="1200"/>
              </a:spcAft>
              <a:defRPr sz="2000"/>
            </a:pPr>
            <a:r>
              <a:t>3. Generate five practice questions.</a:t>
            </a:r>
          </a:p>
          <a:p>
            <a:pPr>
              <a:spcAft>
                <a:spcPts val="1200"/>
              </a:spcAft>
              <a:defRPr sz="2000"/>
            </a:pPr>
            <a:r>
              <a:t>4. Build a three-day revision plan.</a:t>
            </a:r>
          </a:p>
          <a:p>
            <a:pPr>
              <a:spcAft>
                <a:spcPts val="1200"/>
              </a:spcAft>
              <a:defRPr sz="2000"/>
            </a:pPr>
            <a:r>
              <a:t>5. Ask: “Explain this concept in very easy language.”</a:t>
            </a:r>
          </a:p>
          <a:p>
            <a:pPr>
              <a:spcAft>
                <a:spcPts val="1200"/>
              </a:spcAft>
              <a:defRPr sz="2000"/>
            </a:pPr>
            <a:r>
              <a:t>6. Show that the model endpoint is local.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 — 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 + Streamlit for the application layer.</a:t>
            </a:r>
          </a:p>
          <a:p>
            <a:pPr>
              <a:spcAft>
                <a:spcPts val="1200"/>
              </a:spcAft>
              <a:defRPr sz="2000"/>
            </a:pPr>
            <a:r>
              <a:t>PyMuPDF for local PDF text extraction.</a:t>
            </a:r>
          </a:p>
          <a:p>
            <a:pPr>
              <a:spcAft>
                <a:spcPts val="1200"/>
              </a:spcAft>
              <a:defRPr sz="2000"/>
            </a:pPr>
            <a:r>
              <a:t>Qualcomm GenieX for local model inference.</a:t>
            </a:r>
          </a:p>
          <a:p>
            <a:pPr>
              <a:spcAft>
                <a:spcPts val="1200"/>
              </a:spcAft>
              <a:defRPr sz="2000"/>
            </a:pPr>
            <a:r>
              <a:t>Qwen3-4B-Instruct-2507 through Qualcomm AI Hub / GenieX.</a:t>
            </a:r>
          </a:p>
          <a:p>
            <a:pPr>
              <a:spcAft>
                <a:spcPts val="1200"/>
              </a:spcAft>
              <a:defRPr sz="2000"/>
            </a:pPr>
            <a:r>
              <a:t>Environment variable controls the local API endpoint and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 —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Technical: first-token latency, end-to-end latency, memory and NPU utilization.</a:t>
            </a:r>
          </a:p>
          <a:p>
            <a:pPr>
              <a:spcAft>
                <a:spcPts val="1200"/>
              </a:spcAft>
              <a:defRPr sz="2000"/>
            </a:pPr>
            <a:r>
              <a:t>Quality: summary faithfulness and usefulness of generated questions.</a:t>
            </a:r>
          </a:p>
          <a:p>
            <a:pPr>
              <a:spcAft>
                <a:spcPts val="1200"/>
              </a:spcAft>
              <a:defRPr sz="2000"/>
            </a:pPr>
            <a:r>
              <a:t>Deployment: offline workflow completion and startup time.</a:t>
            </a:r>
          </a:p>
          <a:p>
            <a:pPr>
              <a:spcAft>
                <a:spcPts val="1200"/>
              </a:spcAft>
              <a:defRPr sz="2000"/>
            </a:pPr>
            <a:r>
              <a:t>Important: all performance numbers will be measured on the final Snapdragon device before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Phase 1: PDF → summary, quiz, revision plan, grounded Q&amp;A.</a:t>
            </a:r>
          </a:p>
          <a:p>
            <a:pPr>
              <a:spcAft>
                <a:spcPts val="1200"/>
              </a:spcAft>
              <a:defRPr sz="2000"/>
            </a:pPr>
            <a:r>
              <a:t>Phase 2: multimodal diagram understanding.</a:t>
            </a:r>
          </a:p>
          <a:p>
            <a:pPr>
              <a:spcAft>
                <a:spcPts val="1200"/>
              </a:spcAft>
              <a:defRPr sz="2000"/>
            </a:pPr>
            <a:r>
              <a:t>Phase 3: local speech input and spoken explanations.</a:t>
            </a:r>
          </a:p>
          <a:p>
            <a:pPr>
              <a:spcAft>
                <a:spcPts val="1200"/>
              </a:spcAft>
              <a:defRPr sz="2000"/>
            </a:pPr>
            <a:r>
              <a:t>Phase 4: adaptive revision using quiz performance.</a:t>
            </a:r>
          </a:p>
          <a:p>
            <a:pPr>
              <a:spcAft>
                <a:spcPts val="1200"/>
              </a:spcAft>
              <a:defRPr sz="2000"/>
            </a:pPr>
            <a:r>
              <a:t>Phase 5: packaged Windows app + NPU performance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 —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StudyForge Edge makes AI study assistance private, local and workflow-driven.</a:t>
            </a:r>
          </a:p>
          <a:p>
            <a:pPr>
              <a:spcAft>
                <a:spcPts val="1200"/>
              </a:spcAft>
              <a:defRPr sz="2000"/>
            </a:pPr>
            <a:r>
              <a:t>Understand → Practice → Revise.</a:t>
            </a:r>
          </a:p>
          <a:p>
            <a:pPr>
              <a:spcAft>
                <a:spcPts val="1200"/>
              </a:spcAft>
              <a:defRPr sz="2000"/>
            </a:pPr>
            <a:r>
              <a:t>Built to demonstrate what on-device AI can do on Snapdragon PCs.</a:t>
            </a:r>
          </a:p>
          <a:p>
            <a:pPr>
              <a:spcAft>
                <a:spcPts val="1200"/>
              </a:spcAft>
              <a:defRPr sz="2000"/>
            </a:pPr>
            <a:r>
              <a:t>Measure it. Optimize it. Make it useful.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